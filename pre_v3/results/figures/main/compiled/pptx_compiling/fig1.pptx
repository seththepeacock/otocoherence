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54864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 varScale="1">
        <p:scale>
          <a:sx n="84" d="100"/>
          <a:sy n="84" d="100"/>
        </p:scale>
        <p:origin x="18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46250" y="1143000"/>
            <a:ext cx="3365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1pPr>
    <a:lvl2pPr marL="33919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2pPr>
    <a:lvl3pPr marL="67839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3pPr>
    <a:lvl4pPr marL="101759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4pPr>
    <a:lvl5pPr marL="135678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5pPr>
    <a:lvl6pPr marL="169598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6pPr>
    <a:lvl7pPr marL="203518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7pPr>
    <a:lvl8pPr marL="237437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8pPr>
    <a:lvl9pPr marL="271357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23066"/>
            <a:ext cx="4663440" cy="1750907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41495"/>
            <a:ext cx="4114800" cy="1214225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7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253809"/>
            <a:ext cx="4732020" cy="209200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365607"/>
            <a:ext cx="4732020" cy="1100137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1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338792"/>
            <a:ext cx="233172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338792"/>
            <a:ext cx="233172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6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67759"/>
            <a:ext cx="473202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232853"/>
            <a:ext cx="2321004" cy="60420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837055"/>
            <a:ext cx="2321004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232853"/>
            <a:ext cx="2332435" cy="60420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837055"/>
            <a:ext cx="233243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1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35280"/>
            <a:ext cx="1769507" cy="117348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24113"/>
            <a:ext cx="2777490" cy="3573992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08760"/>
            <a:ext cx="1769507" cy="2795165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3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35280"/>
            <a:ext cx="1769507" cy="117348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24113"/>
            <a:ext cx="2777490" cy="3573992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08760"/>
            <a:ext cx="1769507" cy="2795165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0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67758"/>
            <a:ext cx="1183005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67758"/>
            <a:ext cx="3480435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7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67759"/>
            <a:ext cx="473202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338792"/>
            <a:ext cx="473202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661325"/>
            <a:ext cx="123444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661325"/>
            <a:ext cx="185166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661325"/>
            <a:ext cx="123444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1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AC6C2E-1ADB-2FA0-E7BE-B6B7DC0C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6520" y="74331"/>
            <a:ext cx="4234036" cy="48805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9A7A2-1306-983D-61C3-468C09D5C72C}"/>
              </a:ext>
            </a:extLst>
          </p:cNvPr>
          <p:cNvSpPr txBox="1"/>
          <p:nvPr/>
        </p:nvSpPr>
        <p:spPr>
          <a:xfrm>
            <a:off x="484465" y="38072"/>
            <a:ext cx="320922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7DF44-0110-407A-DAF6-186E55A8A07C}"/>
              </a:ext>
            </a:extLst>
          </p:cNvPr>
          <p:cNvSpPr txBox="1"/>
          <p:nvPr/>
        </p:nvSpPr>
        <p:spPr>
          <a:xfrm>
            <a:off x="472443" y="1587281"/>
            <a:ext cx="324128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74885-5A3E-506B-CA14-ECAFB350A118}"/>
              </a:ext>
            </a:extLst>
          </p:cNvPr>
          <p:cNvSpPr txBox="1"/>
          <p:nvPr/>
        </p:nvSpPr>
        <p:spPr>
          <a:xfrm>
            <a:off x="472443" y="3100231"/>
            <a:ext cx="344966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5580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1093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11</cp:revision>
  <dcterms:created xsi:type="dcterms:W3CDTF">2025-06-16T22:51:53Z</dcterms:created>
  <dcterms:modified xsi:type="dcterms:W3CDTF">2025-11-12T18:42:54Z</dcterms:modified>
</cp:coreProperties>
</file>