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7"/>
    <p:restoredTop sz="94556"/>
  </p:normalViewPr>
  <p:slideViewPr>
    <p:cSldViewPr snapToGrid="0">
      <p:cViewPr varScale="1">
        <p:scale>
          <a:sx n="62" d="100"/>
          <a:sy n="62" d="100"/>
        </p:scale>
        <p:origin x="154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D9B9-C0D6-4566-99D9-8A9F8D4A1D9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BF5A3-A0CB-C84D-8244-B9476395AE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3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5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7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7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3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4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4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1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1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9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jpg"/><Relationship Id="rId10" Type="http://schemas.openxmlformats.org/officeDocument/2006/relationships/image" Target="../media/image7.png"/><Relationship Id="rId4" Type="http://schemas.openxmlformats.org/officeDocument/2006/relationships/image" Target="../media/image2.jp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7219C05-8734-1C98-DEA9-175ED00692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10431" y="143753"/>
            <a:ext cx="5416673" cy="4099053"/>
          </a:xfrm>
          <a:prstGeom prst="rect">
            <a:avLst/>
          </a:prstGeom>
        </p:spPr>
      </p:pic>
      <p:pic>
        <p:nvPicPr>
          <p:cNvPr id="35" name="Picture 34" descr="A graph of a person&#10;&#10;AI-generated content may be incorrect.">
            <a:extLst>
              <a:ext uri="{FF2B5EF4-FFF2-40B4-BE49-F238E27FC236}">
                <a16:creationId xmlns:a16="http://schemas.microsoft.com/office/drawing/2014/main" id="{555D0D3C-14AD-9C9B-FDF6-30DCB059B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5" y="2057442"/>
            <a:ext cx="3537286" cy="1842129"/>
          </a:xfrm>
          <a:prstGeom prst="rect">
            <a:avLst/>
          </a:prstGeom>
        </p:spPr>
      </p:pic>
      <p:pic>
        <p:nvPicPr>
          <p:cNvPr id="37" name="Picture 36" descr="A graph showing a curve&#10;&#10;AI-generated content may be incorrect.">
            <a:extLst>
              <a:ext uri="{FF2B5EF4-FFF2-40B4-BE49-F238E27FC236}">
                <a16:creationId xmlns:a16="http://schemas.microsoft.com/office/drawing/2014/main" id="{7A7BD8BA-ACD6-0993-F8C7-BB3748622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16" y="203355"/>
            <a:ext cx="3463800" cy="184212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E6523A3-5402-DC73-6B1F-4378FAE84842}"/>
              </a:ext>
            </a:extLst>
          </p:cNvPr>
          <p:cNvSpPr txBox="1"/>
          <p:nvPr/>
        </p:nvSpPr>
        <p:spPr>
          <a:xfrm>
            <a:off x="6794812" y="55087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CAB0E7-1AD7-FBCF-34CC-C76464094E04}"/>
              </a:ext>
            </a:extLst>
          </p:cNvPr>
          <p:cNvSpPr txBox="1"/>
          <p:nvPr/>
        </p:nvSpPr>
        <p:spPr>
          <a:xfrm>
            <a:off x="-3227" y="-4091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7C016-0CA7-4A16-93CA-35DA1BF88E40}"/>
              </a:ext>
            </a:extLst>
          </p:cNvPr>
          <p:cNvSpPr txBox="1"/>
          <p:nvPr/>
        </p:nvSpPr>
        <p:spPr>
          <a:xfrm>
            <a:off x="3702630" y="3745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17AD80-75F7-F27C-D153-E4A2AA7211E6}"/>
              </a:ext>
            </a:extLst>
          </p:cNvPr>
          <p:cNvSpPr txBox="1"/>
          <p:nvPr/>
        </p:nvSpPr>
        <p:spPr>
          <a:xfrm>
            <a:off x="69445" y="395895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31" name="Picture 30" descr="A picture containing reptile, lizard&#10;&#10;Description automatically generated">
            <a:extLst>
              <a:ext uri="{FF2B5EF4-FFF2-40B4-BE49-F238E27FC236}">
                <a16:creationId xmlns:a16="http://schemas.microsoft.com/office/drawing/2014/main" id="{2F32F8C9-B0B9-D028-ACB3-052246A886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38" y="2421092"/>
            <a:ext cx="1660815" cy="7344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018355-DE8E-9B6E-EBC0-213E5B931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168" y="4817142"/>
            <a:ext cx="1883047" cy="1383123"/>
          </a:xfrm>
          <a:prstGeom prst="rect">
            <a:avLst/>
          </a:prstGeom>
        </p:spPr>
      </p:pic>
      <p:pic>
        <p:nvPicPr>
          <p:cNvPr id="5" name="Picture 4" descr="oscillator schematic">
            <a:extLst>
              <a:ext uri="{FF2B5EF4-FFF2-40B4-BE49-F238E27FC236}">
                <a16:creationId xmlns:a16="http://schemas.microsoft.com/office/drawing/2014/main" id="{B3947497-4DBD-7724-E9F5-369001FE9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657" y="4529092"/>
            <a:ext cx="2567199" cy="16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27A22C2-CDEE-DB94-2517-FB904568D34D}"/>
              </a:ext>
            </a:extLst>
          </p:cNvPr>
          <p:cNvGrpSpPr/>
          <p:nvPr/>
        </p:nvGrpSpPr>
        <p:grpSpPr>
          <a:xfrm>
            <a:off x="5940249" y="5939345"/>
            <a:ext cx="1024024" cy="551536"/>
            <a:chOff x="5652655" y="5934008"/>
            <a:chExt cx="1024024" cy="551536"/>
          </a:xfrm>
        </p:grpSpPr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3FA50804-12B4-BD52-DEA0-30766A8F1C24}"/>
                </a:ext>
              </a:extLst>
            </p:cNvPr>
            <p:cNvCxnSpPr/>
            <p:nvPr/>
          </p:nvCxnSpPr>
          <p:spPr>
            <a:xfrm rot="16200000" flipV="1">
              <a:off x="5572725" y="6013938"/>
              <a:ext cx="428426" cy="268565"/>
            </a:xfrm>
            <a:prstGeom prst="curved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6D9C48-F04B-76AD-759E-43B3D7E0E601}"/>
                </a:ext>
              </a:extLst>
            </p:cNvPr>
            <p:cNvSpPr txBox="1"/>
            <p:nvPr/>
          </p:nvSpPr>
          <p:spPr>
            <a:xfrm>
              <a:off x="5919741" y="6208545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b</a:t>
              </a:r>
              <a:r>
                <a:rPr lang="en-US" sz="1200" dirty="0"/>
                <a:t>  (~1/</a:t>
              </a:r>
              <a:r>
                <a:rPr lang="en-US" sz="1200" i="1" dirty="0"/>
                <a:t>Q</a:t>
              </a:r>
              <a:r>
                <a:rPr lang="en-US" sz="1200" dirty="0"/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E643A4-1300-0DA3-B9DF-68C14B09FB3F}"/>
                  </a:ext>
                </a:extLst>
              </p:cNvPr>
              <p:cNvSpPr txBox="1"/>
              <p:nvPr/>
            </p:nvSpPr>
            <p:spPr>
              <a:xfrm>
                <a:off x="4933095" y="4485472"/>
                <a:ext cx="930383" cy="5307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f</a:t>
                </a:r>
                <a:r>
                  <a:rPr lang="en-US" sz="1400" baseline="-25000" dirty="0"/>
                  <a:t>0</a:t>
                </a:r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E643A4-1300-0DA3-B9DF-68C14B09F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095" y="4485472"/>
                <a:ext cx="930383" cy="530723"/>
              </a:xfrm>
              <a:prstGeom prst="rect">
                <a:avLst/>
              </a:prstGeom>
              <a:blipFill>
                <a:blip r:embed="rId9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F3CA713-5618-1DA3-690B-09AB450AC4F8}"/>
              </a:ext>
            </a:extLst>
          </p:cNvPr>
          <p:cNvSpPr txBox="1"/>
          <p:nvPr/>
        </p:nvSpPr>
        <p:spPr>
          <a:xfrm>
            <a:off x="1595381" y="3868727"/>
            <a:ext cx="58968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endParaRPr lang="en-US" sz="1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3F87E77-6428-7613-E1D2-4EE346172A17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67711" y="306931"/>
            <a:ext cx="421161" cy="1160466"/>
          </a:xfrm>
          <a:prstGeom prst="rect">
            <a:avLst/>
          </a:prstGeom>
        </p:spPr>
      </p:pic>
      <p:pic>
        <p:nvPicPr>
          <p:cNvPr id="41" name="Picture 40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CA60864-BD69-8447-FDE7-7C9DC8E3119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869" y="4233857"/>
            <a:ext cx="3402708" cy="254968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8FED8EB-98BC-664C-5738-5ACE1CD77D06}"/>
              </a:ext>
            </a:extLst>
          </p:cNvPr>
          <p:cNvSpPr/>
          <p:nvPr/>
        </p:nvSpPr>
        <p:spPr>
          <a:xfrm>
            <a:off x="4871677" y="4485472"/>
            <a:ext cx="1068572" cy="530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6DDA6-196F-4031-D49A-107AAE8511BE}"/>
              </a:ext>
            </a:extLst>
          </p:cNvPr>
          <p:cNvSpPr txBox="1"/>
          <p:nvPr/>
        </p:nvSpPr>
        <p:spPr>
          <a:xfrm>
            <a:off x="3793751" y="422131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726379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1100</TotalTime>
  <Words>15</Words>
  <Application>Microsoft Office PowerPoint</Application>
  <PresentationFormat>On-screen Show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10</cp:revision>
  <dcterms:created xsi:type="dcterms:W3CDTF">2025-06-16T22:51:53Z</dcterms:created>
  <dcterms:modified xsi:type="dcterms:W3CDTF">2025-11-12T18:49:09Z</dcterms:modified>
</cp:coreProperties>
</file>