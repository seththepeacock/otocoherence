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6"/>
  </p:notesMasterIdLst>
  <p:sldIdLst>
    <p:sldId id="260" r:id="rId2"/>
    <p:sldId id="261" r:id="rId3"/>
    <p:sldId id="263" r:id="rId4"/>
    <p:sldId id="262" r:id="rId5"/>
  </p:sldIdLst>
  <p:sldSz cx="7772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556"/>
  </p:normalViewPr>
  <p:slideViewPr>
    <p:cSldViewPr snapToGrid="0">
      <p:cViewPr>
        <p:scale>
          <a:sx n="56" d="100"/>
          <a:sy n="56" d="100"/>
        </p:scale>
        <p:origin x="20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71675" y="1143000"/>
            <a:ext cx="2914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71675" y="1143000"/>
            <a:ext cx="2914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BF5A3-A0CB-C84D-8244-B9476395AE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3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B219E-8ED7-FEA0-03C2-444BDC30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09166-5AA0-B96E-ADF1-5F893D78F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971675" y="1143000"/>
            <a:ext cx="29146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5989A-B96D-CD5C-9162-07D52065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D4F6-1443-0F1B-D5FF-47AADD0DF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BF5A3-A0CB-C84D-8244-B9476395AE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0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346836"/>
            <a:ext cx="6606540" cy="286512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322446"/>
            <a:ext cx="5829300" cy="1986914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6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1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051688"/>
            <a:ext cx="6703695" cy="342328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5507358"/>
            <a:ext cx="6703695" cy="180022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7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190750"/>
            <a:ext cx="330327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190750"/>
            <a:ext cx="330327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2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38152"/>
            <a:ext cx="670369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017396"/>
            <a:ext cx="3288089" cy="98869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006090"/>
            <a:ext cx="328808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017396"/>
            <a:ext cx="3304282" cy="98869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006090"/>
            <a:ext cx="3304282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2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2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0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48640"/>
            <a:ext cx="2506801" cy="19202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184912"/>
            <a:ext cx="3934778" cy="5848350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468880"/>
            <a:ext cx="2506801" cy="457390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2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48640"/>
            <a:ext cx="2506801" cy="19202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184912"/>
            <a:ext cx="3934778" cy="5848350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468880"/>
            <a:ext cx="2506801" cy="457390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8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38150"/>
            <a:ext cx="1675924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38150"/>
            <a:ext cx="4930616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38152"/>
            <a:ext cx="670369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190750"/>
            <a:ext cx="670369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7627622"/>
            <a:ext cx="174879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7627622"/>
            <a:ext cx="262318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7627622"/>
            <a:ext cx="174879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3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jpg"/><Relationship Id="rId4" Type="http://schemas.openxmlformats.org/officeDocument/2006/relationships/image" Target="../media/image3.png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4ED46C3-37AD-F330-10B9-453E61DFF072}"/>
              </a:ext>
            </a:extLst>
          </p:cNvPr>
          <p:cNvGrpSpPr/>
          <p:nvPr/>
        </p:nvGrpSpPr>
        <p:grpSpPr>
          <a:xfrm>
            <a:off x="3617838" y="-103154"/>
            <a:ext cx="3681004" cy="4612536"/>
            <a:chOff x="-47285" y="-207596"/>
            <a:chExt cx="7383039" cy="9251423"/>
          </a:xfrm>
        </p:grpSpPr>
        <p:pic>
          <p:nvPicPr>
            <p:cNvPr id="47" name="Picture 46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AD041050-CFD2-900D-3F7B-98562151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914" y="5244472"/>
              <a:ext cx="6838840" cy="3799355"/>
            </a:xfrm>
            <a:prstGeom prst="rect">
              <a:avLst/>
            </a:prstGeom>
          </p:spPr>
        </p:pic>
        <p:pic>
          <p:nvPicPr>
            <p:cNvPr id="43" name="Picture 42" descr="A graph of a frequency&#10;&#10;AI-generated content may be incorrect.">
              <a:extLst>
                <a:ext uri="{FF2B5EF4-FFF2-40B4-BE49-F238E27FC236}">
                  <a16:creationId xmlns:a16="http://schemas.microsoft.com/office/drawing/2014/main" id="{F516FA3C-2E7E-EEAD-8B82-12D267460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669" y="651866"/>
              <a:ext cx="6075806" cy="455685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128544-40BC-4F40-C221-CE6FC5192FFA}"/>
                </a:ext>
              </a:extLst>
            </p:cNvPr>
            <p:cNvSpPr txBox="1"/>
            <p:nvPr/>
          </p:nvSpPr>
          <p:spPr>
            <a:xfrm>
              <a:off x="-47285" y="-207596"/>
              <a:ext cx="931962" cy="1335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B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58C1CEA-C7D2-5ACA-F7E0-C1BE2D5C1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5558" y="517594"/>
              <a:ext cx="1084796" cy="1206328"/>
            </a:xfrm>
            <a:prstGeom prst="rect">
              <a:avLst/>
            </a:prstGeom>
          </p:spPr>
        </p:pic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DCA4D89D-5D3E-EB39-2647-DF64F01F821F}"/>
                </a:ext>
              </a:extLst>
            </p:cNvPr>
            <p:cNvSpPr/>
            <p:nvPr/>
          </p:nvSpPr>
          <p:spPr>
            <a:xfrm rot="5400000">
              <a:off x="886461" y="733490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DAF35DEF-DDD0-8CE0-C728-C2059E419A51}"/>
                </a:ext>
              </a:extLst>
            </p:cNvPr>
            <p:cNvSpPr/>
            <p:nvPr/>
          </p:nvSpPr>
          <p:spPr>
            <a:xfrm rot="5400000">
              <a:off x="886461" y="7050949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3461C42A-2213-F472-FE49-428266701620}"/>
                </a:ext>
              </a:extLst>
            </p:cNvPr>
            <p:cNvSpPr/>
            <p:nvPr/>
          </p:nvSpPr>
          <p:spPr>
            <a:xfrm rot="5400000">
              <a:off x="886461" y="572014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48" name="Triangle 9">
              <a:extLst>
                <a:ext uri="{FF2B5EF4-FFF2-40B4-BE49-F238E27FC236}">
                  <a16:creationId xmlns:a16="http://schemas.microsoft.com/office/drawing/2014/main" id="{4C426A10-6AB4-BE16-B930-D97F10150E12}"/>
                </a:ext>
              </a:extLst>
            </p:cNvPr>
            <p:cNvSpPr/>
            <p:nvPr/>
          </p:nvSpPr>
          <p:spPr>
            <a:xfrm rot="5400000">
              <a:off x="891705" y="657592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07C3C4-6367-A297-82AB-6B9055237283}"/>
              </a:ext>
            </a:extLst>
          </p:cNvPr>
          <p:cNvGrpSpPr/>
          <p:nvPr/>
        </p:nvGrpSpPr>
        <p:grpSpPr>
          <a:xfrm>
            <a:off x="51705" y="-86194"/>
            <a:ext cx="3395401" cy="4606034"/>
            <a:chOff x="-6243581" y="-248262"/>
            <a:chExt cx="6764291" cy="9176102"/>
          </a:xfrm>
        </p:grpSpPr>
        <p:pic>
          <p:nvPicPr>
            <p:cNvPr id="50" name="Picture 49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D89C09D2-627E-1F7D-F873-0F872723E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5838826" y="5394764"/>
              <a:ext cx="6359536" cy="353307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3EB316D-64CD-B2B2-49A2-3CBA8F83F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-5789122" y="685687"/>
              <a:ext cx="6131583" cy="45577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3EF635-C70F-2477-F350-04871F2A0586}"/>
                </a:ext>
              </a:extLst>
            </p:cNvPr>
            <p:cNvSpPr txBox="1"/>
            <p:nvPr/>
          </p:nvSpPr>
          <p:spPr>
            <a:xfrm>
              <a:off x="-6243581" y="-248262"/>
              <a:ext cx="728082" cy="1373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A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7ACF650-0F19-7321-06C0-AF2F124C7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4826358" y="494796"/>
              <a:ext cx="432736" cy="1192360"/>
            </a:xfrm>
            <a:prstGeom prst="rect">
              <a:avLst/>
            </a:prstGeom>
          </p:spPr>
        </p:pic>
        <p:sp>
          <p:nvSpPr>
            <p:cNvPr id="2" name="Triangle 1">
              <a:extLst>
                <a:ext uri="{FF2B5EF4-FFF2-40B4-BE49-F238E27FC236}">
                  <a16:creationId xmlns:a16="http://schemas.microsoft.com/office/drawing/2014/main" id="{B83C1E15-6B32-9126-1739-E9977B226264}"/>
                </a:ext>
              </a:extLst>
            </p:cNvPr>
            <p:cNvSpPr/>
            <p:nvPr/>
          </p:nvSpPr>
          <p:spPr>
            <a:xfrm rot="5400000">
              <a:off x="-5514447" y="769498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E2C0CA0A-E62E-7714-1EE4-239F670D5DA6}"/>
                </a:ext>
              </a:extLst>
            </p:cNvPr>
            <p:cNvSpPr/>
            <p:nvPr/>
          </p:nvSpPr>
          <p:spPr>
            <a:xfrm rot="5400000">
              <a:off x="-5514447" y="7193743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A776F607-5C68-8034-9697-6B1BCC09D8E9}"/>
                </a:ext>
              </a:extLst>
            </p:cNvPr>
            <p:cNvSpPr/>
            <p:nvPr/>
          </p:nvSpPr>
          <p:spPr>
            <a:xfrm rot="5400000">
              <a:off x="-5514447" y="6692499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51" name="Triangle 1">
              <a:extLst>
                <a:ext uri="{FF2B5EF4-FFF2-40B4-BE49-F238E27FC236}">
                  <a16:creationId xmlns:a16="http://schemas.microsoft.com/office/drawing/2014/main" id="{8D55BFA8-F28B-EE4B-2C8B-5021083C3D76}"/>
                </a:ext>
              </a:extLst>
            </p:cNvPr>
            <p:cNvSpPr/>
            <p:nvPr/>
          </p:nvSpPr>
          <p:spPr>
            <a:xfrm rot="5400000">
              <a:off x="-5514447" y="5968825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2BAF992-EC23-4E1C-1556-0D3A4DFFEB7A}"/>
              </a:ext>
            </a:extLst>
          </p:cNvPr>
          <p:cNvGrpSpPr/>
          <p:nvPr/>
        </p:nvGrpSpPr>
        <p:grpSpPr>
          <a:xfrm>
            <a:off x="-9308" y="4114800"/>
            <a:ext cx="3627146" cy="4444425"/>
            <a:chOff x="5571488" y="-386781"/>
            <a:chExt cx="7826737" cy="10254343"/>
          </a:xfrm>
        </p:grpSpPr>
        <p:pic>
          <p:nvPicPr>
            <p:cNvPr id="39" name="Picture 38" descr="A graph of a frequency&#10;&#10;AI-generated content may be incorrect.">
              <a:extLst>
                <a:ext uri="{FF2B5EF4-FFF2-40B4-BE49-F238E27FC236}">
                  <a16:creationId xmlns:a16="http://schemas.microsoft.com/office/drawing/2014/main" id="{6C4DD63A-5443-56B3-BF5D-FEDAD3819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94101" y="655083"/>
              <a:ext cx="6158674" cy="461900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EEA9719-3E15-1130-BBAA-4C37D72AD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426931" y="5170886"/>
              <a:ext cx="6971294" cy="3872940"/>
            </a:xfrm>
            <a:prstGeom prst="rect">
              <a:avLst/>
            </a:prstGeom>
          </p:spPr>
        </p:pic>
        <p:pic>
          <p:nvPicPr>
            <p:cNvPr id="14" name="Picture 13" descr="A picture containing reptile, lizard&#10;&#10;Description automatically generated">
              <a:extLst>
                <a:ext uri="{FF2B5EF4-FFF2-40B4-BE49-F238E27FC236}">
                  <a16:creationId xmlns:a16="http://schemas.microsoft.com/office/drawing/2014/main" id="{515D5420-52FF-718A-4404-BF0B97E8A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576" y="531562"/>
              <a:ext cx="1671994" cy="73942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6523A3-5402-DC73-6B1F-4378FAE84842}"/>
                </a:ext>
              </a:extLst>
            </p:cNvPr>
            <p:cNvSpPr txBox="1"/>
            <p:nvPr/>
          </p:nvSpPr>
          <p:spPr>
            <a:xfrm>
              <a:off x="7744713" y="8683519"/>
              <a:ext cx="152131" cy="1184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8743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29592194-5A87-C886-E152-9DA807959E6B}"/>
                </a:ext>
              </a:extLst>
            </p:cNvPr>
            <p:cNvSpPr/>
            <p:nvPr/>
          </p:nvSpPr>
          <p:spPr>
            <a:xfrm rot="5400000">
              <a:off x="6755107" y="7156249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1EB1A231-6861-DE35-AD98-9CC59EE2254F}"/>
                </a:ext>
              </a:extLst>
            </p:cNvPr>
            <p:cNvSpPr/>
            <p:nvPr/>
          </p:nvSpPr>
          <p:spPr>
            <a:xfrm rot="5400000">
              <a:off x="6755105" y="558081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92FBE87D-99AF-7DC3-66DB-4A0D751DEC43}"/>
                </a:ext>
              </a:extLst>
            </p:cNvPr>
            <p:cNvSpPr/>
            <p:nvPr/>
          </p:nvSpPr>
          <p:spPr>
            <a:xfrm rot="5400000">
              <a:off x="6755107" y="775061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29A9DE01-13FA-B5F8-ABD2-F876B043A305}"/>
                </a:ext>
              </a:extLst>
            </p:cNvPr>
            <p:cNvSpPr/>
            <p:nvPr/>
          </p:nvSpPr>
          <p:spPr>
            <a:xfrm rot="5400000">
              <a:off x="6755105" y="613757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1570D7-B942-A30B-482F-7032FED75A8B}"/>
                </a:ext>
              </a:extLst>
            </p:cNvPr>
            <p:cNvSpPr txBox="1"/>
            <p:nvPr/>
          </p:nvSpPr>
          <p:spPr>
            <a:xfrm>
              <a:off x="5571488" y="-386781"/>
              <a:ext cx="1276840" cy="16721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C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3F71DE0-5965-8C41-9706-BB7E1D5223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9574" y="4129257"/>
            <a:ext cx="3232996" cy="24031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204298-69AD-466B-F7DA-9E0E032FA4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6200" y="6376689"/>
            <a:ext cx="3772099" cy="209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6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9E52-B4D2-69BC-207A-8FFC1CA0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0C792BD-A18F-B8A7-81A9-F319C8340CFF}"/>
              </a:ext>
            </a:extLst>
          </p:cNvPr>
          <p:cNvGrpSpPr/>
          <p:nvPr/>
        </p:nvGrpSpPr>
        <p:grpSpPr>
          <a:xfrm>
            <a:off x="-307629" y="-676227"/>
            <a:ext cx="4192691" cy="4572282"/>
            <a:chOff x="-47285" y="-207596"/>
            <a:chExt cx="8409336" cy="9170685"/>
          </a:xfrm>
        </p:grpSpPr>
        <p:pic>
          <p:nvPicPr>
            <p:cNvPr id="43" name="Picture 42" descr="A graph of a frequency&#10;&#10;AI-generated content may be incorrect.">
              <a:extLst>
                <a:ext uri="{FF2B5EF4-FFF2-40B4-BE49-F238E27FC236}">
                  <a16:creationId xmlns:a16="http://schemas.microsoft.com/office/drawing/2014/main" id="{C0123557-8456-C725-B6B5-3615E6A35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246" y="4406234"/>
              <a:ext cx="6075805" cy="455685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04A147-DA85-65CC-045C-02245B34E12A}"/>
                </a:ext>
              </a:extLst>
            </p:cNvPr>
            <p:cNvSpPr txBox="1"/>
            <p:nvPr/>
          </p:nvSpPr>
          <p:spPr>
            <a:xfrm>
              <a:off x="-47285" y="-207596"/>
              <a:ext cx="931962" cy="1335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B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D6C2A6-66BE-E1AF-9730-0BF0EA95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15558" y="517594"/>
              <a:ext cx="1084796" cy="1206328"/>
            </a:xfrm>
            <a:prstGeom prst="rect">
              <a:avLst/>
            </a:prstGeom>
          </p:spPr>
        </p:pic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B70E3C93-9729-F25E-DA3E-AE2AD04AC33B}"/>
                </a:ext>
              </a:extLst>
            </p:cNvPr>
            <p:cNvSpPr/>
            <p:nvPr/>
          </p:nvSpPr>
          <p:spPr>
            <a:xfrm rot="5400000">
              <a:off x="886461" y="733490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896DFB87-00EC-C99A-F5F8-757A06054EA0}"/>
                </a:ext>
              </a:extLst>
            </p:cNvPr>
            <p:cNvSpPr/>
            <p:nvPr/>
          </p:nvSpPr>
          <p:spPr>
            <a:xfrm rot="5400000">
              <a:off x="886461" y="7050949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DD44F853-6196-035D-3BC7-941B0BDCE8D2}"/>
                </a:ext>
              </a:extLst>
            </p:cNvPr>
            <p:cNvSpPr/>
            <p:nvPr/>
          </p:nvSpPr>
          <p:spPr>
            <a:xfrm rot="5400000">
              <a:off x="886461" y="572014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48" name="Triangle 9">
              <a:extLst>
                <a:ext uri="{FF2B5EF4-FFF2-40B4-BE49-F238E27FC236}">
                  <a16:creationId xmlns:a16="http://schemas.microsoft.com/office/drawing/2014/main" id="{27A42847-8C0A-7CBA-950E-1A6B8C6FC185}"/>
                </a:ext>
              </a:extLst>
            </p:cNvPr>
            <p:cNvSpPr/>
            <p:nvPr/>
          </p:nvSpPr>
          <p:spPr>
            <a:xfrm rot="5400000">
              <a:off x="891705" y="657592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72A318B-EDC3-CC26-593D-0650E97EEE14}"/>
              </a:ext>
            </a:extLst>
          </p:cNvPr>
          <p:cNvGrpSpPr/>
          <p:nvPr/>
        </p:nvGrpSpPr>
        <p:grpSpPr>
          <a:xfrm>
            <a:off x="-6696546" y="4456323"/>
            <a:ext cx="10203865" cy="4444425"/>
            <a:chOff x="5571488" y="-386781"/>
            <a:chExt cx="22018128" cy="10254343"/>
          </a:xfrm>
        </p:grpSpPr>
        <p:pic>
          <p:nvPicPr>
            <p:cNvPr id="39" name="Picture 38" descr="A graph of a frequency&#10;&#10;AI-generated content may be incorrect.">
              <a:extLst>
                <a:ext uri="{FF2B5EF4-FFF2-40B4-BE49-F238E27FC236}">
                  <a16:creationId xmlns:a16="http://schemas.microsoft.com/office/drawing/2014/main" id="{AE616B05-9061-5550-4280-2F6543789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30943" y="3054581"/>
              <a:ext cx="6158673" cy="4619006"/>
            </a:xfrm>
            <a:prstGeom prst="rect">
              <a:avLst/>
            </a:prstGeom>
          </p:spPr>
        </p:pic>
        <p:pic>
          <p:nvPicPr>
            <p:cNvPr id="14" name="Picture 13" descr="A picture containing reptile, lizard&#10;&#10;Description automatically generated">
              <a:extLst>
                <a:ext uri="{FF2B5EF4-FFF2-40B4-BE49-F238E27FC236}">
                  <a16:creationId xmlns:a16="http://schemas.microsoft.com/office/drawing/2014/main" id="{91C0504F-0562-A228-4254-41169E278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576" y="531562"/>
              <a:ext cx="1671994" cy="73942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92C04F-DED4-4AD8-AAD7-DFF9A14F1C4C}"/>
                </a:ext>
              </a:extLst>
            </p:cNvPr>
            <p:cNvSpPr txBox="1"/>
            <p:nvPr/>
          </p:nvSpPr>
          <p:spPr>
            <a:xfrm>
              <a:off x="7744713" y="8683519"/>
              <a:ext cx="152131" cy="1184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8743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A1546700-154B-C30A-4E12-0C9686A433B1}"/>
                </a:ext>
              </a:extLst>
            </p:cNvPr>
            <p:cNvSpPr/>
            <p:nvPr/>
          </p:nvSpPr>
          <p:spPr>
            <a:xfrm rot="5400000">
              <a:off x="6755107" y="7156249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626ECA0C-B099-5A26-FEE0-102B0FBBC7E7}"/>
                </a:ext>
              </a:extLst>
            </p:cNvPr>
            <p:cNvSpPr/>
            <p:nvPr/>
          </p:nvSpPr>
          <p:spPr>
            <a:xfrm rot="5400000">
              <a:off x="6755105" y="5580817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BF076C9F-79F0-230A-CC18-6401AFE78467}"/>
                </a:ext>
              </a:extLst>
            </p:cNvPr>
            <p:cNvSpPr/>
            <p:nvPr/>
          </p:nvSpPr>
          <p:spPr>
            <a:xfrm rot="5400000">
              <a:off x="6755107" y="775061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3C14395B-F6DF-401C-5AD4-F84DB503F54D}"/>
                </a:ext>
              </a:extLst>
            </p:cNvPr>
            <p:cNvSpPr/>
            <p:nvPr/>
          </p:nvSpPr>
          <p:spPr>
            <a:xfrm rot="5400000">
              <a:off x="6755105" y="6137571"/>
              <a:ext cx="91438" cy="95006"/>
            </a:xfrm>
            <a:prstGeom prst="triangl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43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0A5E80-CFB4-7D41-A7ED-2AD06B8E97A9}"/>
                </a:ext>
              </a:extLst>
            </p:cNvPr>
            <p:cNvSpPr txBox="1"/>
            <p:nvPr/>
          </p:nvSpPr>
          <p:spPr>
            <a:xfrm>
              <a:off x="5571488" y="-386781"/>
              <a:ext cx="1276840" cy="16721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C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B63C291-5F46-704F-386A-98505673D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04" y="3598819"/>
            <a:ext cx="3232996" cy="24031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7933A4-2024-34D6-9C3A-E6658BAFBB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7479" t="12751" r="10910" b="66313"/>
          <a:stretch>
            <a:fillRect/>
          </a:stretch>
        </p:blipFill>
        <p:spPr>
          <a:xfrm>
            <a:off x="-35905" y="1177038"/>
            <a:ext cx="892150" cy="8643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946F455-B591-ECE0-57AF-23C0710CEB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94167" y="-84448"/>
            <a:ext cx="3077807" cy="228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4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39DACB-B1E8-10F2-A1FF-6570834F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998" y="3327571"/>
            <a:ext cx="1531212" cy="1405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EC096D-0C5F-1870-56E8-7626F4CBA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626" y="1779958"/>
            <a:ext cx="1591840" cy="142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4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F2682-14BC-DF41-1CA4-20465BA0E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6939"/>
            <a:ext cx="3895886" cy="1947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82955-761B-68D4-11D5-8A8AC8018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8" y="5660756"/>
            <a:ext cx="4052807" cy="2026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8F058-AC08-3E19-7D6B-275FA7D6D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" y="387940"/>
            <a:ext cx="3580109" cy="1790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3FC06-2119-67A7-DD9A-5EAA11064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072" y="4017935"/>
            <a:ext cx="3816458" cy="19082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8F098F-9E05-FF1D-B60C-2E545D79DCF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0489" y="542440"/>
            <a:ext cx="516528" cy="142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2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1265</TotalTime>
  <Words>7</Words>
  <Application>Microsoft Office PowerPoint</Application>
  <PresentationFormat>Custom</PresentationFormat>
  <Paragraphs>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16</cp:revision>
  <dcterms:created xsi:type="dcterms:W3CDTF">2025-06-16T22:51:53Z</dcterms:created>
  <dcterms:modified xsi:type="dcterms:W3CDTF">2026-05-28T15:37:13Z</dcterms:modified>
</cp:coreProperties>
</file>