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2" r:id="rId2"/>
  </p:sldIdLst>
  <p:sldSz cx="82296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7"/>
    <p:restoredTop sz="94556"/>
  </p:normalViewPr>
  <p:slideViewPr>
    <p:cSldViewPr snapToGrid="0">
      <p:cViewPr varScale="1">
        <p:scale>
          <a:sx n="62" d="100"/>
          <a:sy n="62" d="100"/>
        </p:scale>
        <p:origin x="172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3D9B9-C0D6-4566-99D9-8A9F8D4A1D9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7975" y="1143000"/>
            <a:ext cx="3702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FE6E8-95BD-4748-AD61-B3F19C351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48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122363"/>
            <a:ext cx="699516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02038"/>
            <a:ext cx="61722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1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1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709740"/>
            <a:ext cx="709803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4589465"/>
            <a:ext cx="709803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825625"/>
            <a:ext cx="34975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825625"/>
            <a:ext cx="34975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9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65127"/>
            <a:ext cx="709803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1681163"/>
            <a:ext cx="3481506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2505075"/>
            <a:ext cx="348150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681163"/>
            <a:ext cx="3498652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2505075"/>
            <a:ext cx="349865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4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0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57200"/>
            <a:ext cx="2654260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987427"/>
            <a:ext cx="4166235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2057400"/>
            <a:ext cx="2654260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2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57200"/>
            <a:ext cx="2654260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987427"/>
            <a:ext cx="4166235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2057400"/>
            <a:ext cx="2654260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9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5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365125"/>
            <a:ext cx="177450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365125"/>
            <a:ext cx="522065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8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365127"/>
            <a:ext cx="70980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825625"/>
            <a:ext cx="7098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6356352"/>
            <a:ext cx="1851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07403-B58E-C042-A785-6DBE1C5BCC3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6356352"/>
            <a:ext cx="2777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6356352"/>
            <a:ext cx="1851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3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DE42E7-DCA1-8EFC-FCC4-FD22C4498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04421" y="2477297"/>
            <a:ext cx="3676649" cy="2797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1405A3-6788-DABB-44BA-564DC59A76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6492" y="69145"/>
            <a:ext cx="3264199" cy="2400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C65D7-9877-3DCC-76AE-E28F63AB95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4291" y="55627"/>
            <a:ext cx="3237072" cy="2381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07B31A-CDFA-C04E-6C01-EFB1C0A7E838}"/>
              </a:ext>
            </a:extLst>
          </p:cNvPr>
          <p:cNvSpPr txBox="1"/>
          <p:nvPr/>
        </p:nvSpPr>
        <p:spPr>
          <a:xfrm>
            <a:off x="149008" y="-3129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B9C61-1F51-9B25-B569-3B716BBA5FAE}"/>
              </a:ext>
            </a:extLst>
          </p:cNvPr>
          <p:cNvSpPr txBox="1"/>
          <p:nvPr/>
        </p:nvSpPr>
        <p:spPr>
          <a:xfrm>
            <a:off x="4257664" y="-3129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2D1EE6-F16A-637B-43F6-0093432D5E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867673" y="1614414"/>
            <a:ext cx="832743" cy="5412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22B5DE-B75B-625B-FE6C-D9A73E87C9C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4414" y="1430760"/>
            <a:ext cx="259368" cy="7146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CABAA7-43EC-4296-E9B9-7C553A5C04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2111" y="2588709"/>
            <a:ext cx="3617063" cy="2717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BD74F9-FB86-B316-F112-C92D7248CD03}"/>
              </a:ext>
            </a:extLst>
          </p:cNvPr>
          <p:cNvSpPr txBox="1"/>
          <p:nvPr/>
        </p:nvSpPr>
        <p:spPr>
          <a:xfrm>
            <a:off x="127888" y="23252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BED84-3979-EF85-E886-B27761363BF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354" y="3225705"/>
            <a:ext cx="344966" cy="9505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E4B52B-5DB7-D8F5-79FD-C0F1D9EB73F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29611" y="5444798"/>
            <a:ext cx="3900585" cy="14132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4A7A63-C6A1-0F35-48BD-6DFA797FB4DD}"/>
              </a:ext>
            </a:extLst>
          </p:cNvPr>
          <p:cNvSpPr txBox="1"/>
          <p:nvPr/>
        </p:nvSpPr>
        <p:spPr>
          <a:xfrm>
            <a:off x="4216797" y="236142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1AD3B6-C462-6542-D91B-6B5ADBD3BC8B}"/>
              </a:ext>
            </a:extLst>
          </p:cNvPr>
          <p:cNvSpPr txBox="1"/>
          <p:nvPr/>
        </p:nvSpPr>
        <p:spPr>
          <a:xfrm>
            <a:off x="2080643" y="536833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2602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1102</TotalTime>
  <Words>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Bergevin</dc:creator>
  <cp:lastModifiedBy>Seth Peacock</cp:lastModifiedBy>
  <cp:revision>10</cp:revision>
  <dcterms:created xsi:type="dcterms:W3CDTF">2025-06-16T22:51:53Z</dcterms:created>
  <dcterms:modified xsi:type="dcterms:W3CDTF">2026-02-02T19:01:08Z</dcterms:modified>
</cp:coreProperties>
</file>