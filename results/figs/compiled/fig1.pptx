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5486400" cy="50292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7"/>
    <p:restoredTop sz="94556"/>
  </p:normalViewPr>
  <p:slideViewPr>
    <p:cSldViewPr snapToGrid="0">
      <p:cViewPr>
        <p:scale>
          <a:sx n="118" d="100"/>
          <a:sy n="118" d="100"/>
        </p:scale>
        <p:origin x="1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A03D9B9-C0D6-4566-99D9-8A9F8D4A1D9F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90713" y="1200150"/>
            <a:ext cx="35337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1pPr>
    <a:lvl2pPr marL="339197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2pPr>
    <a:lvl3pPr marL="678393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3pPr>
    <a:lvl4pPr marL="1017590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4pPr>
    <a:lvl5pPr marL="1356787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5pPr>
    <a:lvl6pPr marL="1695983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6pPr>
    <a:lvl7pPr marL="2035180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7pPr>
    <a:lvl8pPr marL="2374377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8pPr>
    <a:lvl9pPr marL="2713573" algn="l" defTabSz="678393" rtl="0" eaLnBrk="1" latinLnBrk="0" hangingPunct="1">
      <a:defRPr sz="8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23066"/>
            <a:ext cx="4663440" cy="1750907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41495"/>
            <a:ext cx="4114800" cy="1214225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7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253809"/>
            <a:ext cx="4732020" cy="209200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365607"/>
            <a:ext cx="4732020" cy="1100137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1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338792"/>
            <a:ext cx="233172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338792"/>
            <a:ext cx="233172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764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67759"/>
            <a:ext cx="473202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232853"/>
            <a:ext cx="2321004" cy="604202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837055"/>
            <a:ext cx="2321004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232853"/>
            <a:ext cx="2332435" cy="604202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837055"/>
            <a:ext cx="2332435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8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1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35280"/>
            <a:ext cx="1769507" cy="117348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724113"/>
            <a:ext cx="2777490" cy="3573992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508760"/>
            <a:ext cx="1769507" cy="2795165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3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35280"/>
            <a:ext cx="1769507" cy="117348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724113"/>
            <a:ext cx="2777490" cy="3573992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508760"/>
            <a:ext cx="1769507" cy="2795165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0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67758"/>
            <a:ext cx="1183005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67758"/>
            <a:ext cx="3480435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7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67759"/>
            <a:ext cx="473202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338792"/>
            <a:ext cx="473202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661325"/>
            <a:ext cx="123444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661325"/>
            <a:ext cx="185166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661325"/>
            <a:ext cx="123444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1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DAC6C2E-1ADB-2FA0-E7BE-B6B7DC0C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6520" y="78305"/>
            <a:ext cx="4234036" cy="48725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9A7A2-1306-983D-61C3-468C09D5C72C}"/>
              </a:ext>
            </a:extLst>
          </p:cNvPr>
          <p:cNvSpPr txBox="1"/>
          <p:nvPr/>
        </p:nvSpPr>
        <p:spPr>
          <a:xfrm>
            <a:off x="484465" y="38072"/>
            <a:ext cx="320922" cy="29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7DF44-0110-407A-DAF6-186E55A8A07C}"/>
              </a:ext>
            </a:extLst>
          </p:cNvPr>
          <p:cNvSpPr txBox="1"/>
          <p:nvPr/>
        </p:nvSpPr>
        <p:spPr>
          <a:xfrm>
            <a:off x="472443" y="1587281"/>
            <a:ext cx="324128" cy="29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74885-5A3E-506B-CA14-ECAFB350A118}"/>
              </a:ext>
            </a:extLst>
          </p:cNvPr>
          <p:cNvSpPr txBox="1"/>
          <p:nvPr/>
        </p:nvSpPr>
        <p:spPr>
          <a:xfrm>
            <a:off x="472443" y="3100231"/>
            <a:ext cx="344966" cy="29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5580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1211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13</cp:revision>
  <dcterms:created xsi:type="dcterms:W3CDTF">2025-06-16T22:51:53Z</dcterms:created>
  <dcterms:modified xsi:type="dcterms:W3CDTF">2026-05-27T22:38:07Z</dcterms:modified>
</cp:coreProperties>
</file>